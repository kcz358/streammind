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4160520"/>
  <p:notesSz cx="416052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dec-selected patches at 02.16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10896"/>
            <a:ext cx="1725930" cy="9708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02.16s</a:t>
            </a:r>
            <a:endParaRPr lang="en-US" sz="800" dirty="0"/>
          </a:p>
        </p:txBody>
      </p:sp>
      <p:pic>
        <p:nvPicPr>
          <p:cNvPr id="4" name="Image 1" descr="Codec-selected patches at 06.38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690" y="310896"/>
            <a:ext cx="1725930" cy="9708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64842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06.38s</a:t>
            </a:r>
            <a:endParaRPr lang="en-US" sz="800" dirty="0"/>
          </a:p>
        </p:txBody>
      </p:sp>
      <p:pic>
        <p:nvPicPr>
          <p:cNvPr id="6" name="Image 2" descr="Codec-selected patches at 11.60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908" y="310896"/>
            <a:ext cx="1725930" cy="97083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909060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11.60s</a:t>
            </a:r>
            <a:endParaRPr lang="en-US" sz="800" dirty="0"/>
          </a:p>
        </p:txBody>
      </p:sp>
      <p:pic>
        <p:nvPicPr>
          <p:cNvPr id="8" name="Image 3" descr="Codec-selected patches at 14.42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26" y="310896"/>
            <a:ext cx="1725930" cy="97083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653278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14.42s</a:t>
            </a:r>
            <a:endParaRPr lang="en-US" sz="800" dirty="0"/>
          </a:p>
        </p:txBody>
      </p:sp>
      <p:pic>
        <p:nvPicPr>
          <p:cNvPr id="10" name="Image 4" descr="Codec-selected patches at 15.44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310896"/>
            <a:ext cx="1725930" cy="97083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397496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15.44s</a:t>
            </a:r>
            <a:endParaRPr lang="en-US" sz="800" dirty="0"/>
          </a:p>
        </p:txBody>
      </p:sp>
      <p:pic>
        <p:nvPicPr>
          <p:cNvPr id="12" name="Image 5" descr="Codec-selected patches at 20.16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310896"/>
            <a:ext cx="1725930" cy="97083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141714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20.16s</a:t>
            </a:r>
            <a:endParaRPr lang="en-US" sz="800" dirty="0"/>
          </a:p>
        </p:txBody>
      </p:sp>
      <p:pic>
        <p:nvPicPr>
          <p:cNvPr id="14" name="Image 6" descr="Codec-selected patches at 24.50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2780" y="310896"/>
            <a:ext cx="1725930" cy="97083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0885932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24.50s</a:t>
            </a:r>
            <a:endParaRPr lang="en-US" sz="800" dirty="0"/>
          </a:p>
        </p:txBody>
      </p:sp>
      <p:pic>
        <p:nvPicPr>
          <p:cNvPr id="16" name="Image 7" descr="Codec-selected patches at 29.36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56998" y="310896"/>
            <a:ext cx="1725930" cy="970836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630150" y="1053132"/>
            <a:ext cx="585216" cy="155448"/>
          </a:xfrm>
          <a:prstGeom prst="rect">
            <a:avLst/>
          </a:prstGeom>
          <a:solidFill>
            <a:srgbClr val="07111D">
              <a:alpha val="82000"/>
            </a:srgbClr>
          </a:solidFill>
          <a:ln w="6350">
            <a:solidFill>
              <a:srgbClr val="FFFFFF">
                <a:alpha val="35000"/>
              </a:srgbClr>
            </a:solidFill>
          </a:ln>
        </p:spPr>
        <p:txBody>
          <a:bodyPr wrap="square" lIns="318" tIns="318" rIns="318" bIns="31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29.36s</a:t>
            </a:r>
            <a:endParaRPr lang="en-US" sz="800" dirty="0"/>
          </a:p>
        </p:txBody>
      </p:sp>
      <p:sp>
        <p:nvSpPr>
          <p:cNvPr id="18" name="Shape 8"/>
          <p:cNvSpPr/>
          <p:nvPr/>
        </p:nvSpPr>
        <p:spPr>
          <a:xfrm>
            <a:off x="347472" y="2011680"/>
            <a:ext cx="12191238" cy="384048"/>
          </a:xfrm>
          <a:prstGeom prst="rect">
            <a:avLst/>
          </a:prstGeom>
          <a:solidFill>
            <a:srgbClr val="C83B3B"/>
          </a:solidFill>
          <a:ln w="12700">
            <a:solidFill>
              <a:srgbClr val="C83B3B"/>
            </a:solidFill>
            <a:prstDash val="solid"/>
          </a:ln>
        </p:spPr>
      </p:sp>
      <p:sp>
        <p:nvSpPr>
          <p:cNvPr id="19" name="Text 9"/>
          <p:cNvSpPr/>
          <p:nvPr/>
        </p:nvSpPr>
        <p:spPr>
          <a:xfrm>
            <a:off x="347472" y="2011680"/>
            <a:ext cx="12191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SILENCE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12556998" y="2011680"/>
            <a:ext cx="172593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12556998" y="2011680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347472" y="2926080"/>
            <a:ext cx="109728" cy="82296"/>
          </a:xfrm>
          <a:prstGeom prst="rect">
            <a:avLst/>
          </a:prstGeom>
          <a:solidFill>
            <a:srgbClr val="DDF8FB"/>
          </a:solidFill>
          <a:ln w="10160">
            <a:solidFill>
              <a:srgbClr val="16B8CC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493776" y="2880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B8CC"/>
                </a:solidFill>
              </a:rPr>
              <a:t>selected 16×16 patches</a:t>
            </a:r>
            <a:pPr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 · dimmed regions are discarded by the codec selector</a:t>
            </a:r>
            <a:endParaRPr lang="en-US" sz="900" dirty="0"/>
          </a:p>
        </p:txBody>
      </p:sp>
      <p:sp>
        <p:nvSpPr>
          <p:cNvPr id="24" name="Shape 14"/>
          <p:cNvSpPr/>
          <p:nvPr/>
        </p:nvSpPr>
        <p:spPr>
          <a:xfrm>
            <a:off x="7059168" y="2532888"/>
            <a:ext cx="7223760" cy="1042416"/>
          </a:xfrm>
          <a:prstGeom prst="roundRect">
            <a:avLst>
              <a:gd name="adj" fmla="val 7018"/>
            </a:avLst>
          </a:prstGeom>
          <a:solidFill>
            <a:srgbClr val="EEF7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2700000">
              <a:srgbClr val="0078D4">
                <a:alpha val="10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 rot="16200000">
            <a:off x="13328523" y="2423160"/>
            <a:ext cx="182880" cy="137160"/>
          </a:xfrm>
          <a:prstGeom prst="chevron">
            <a:avLst/>
          </a:prstGeom>
          <a:solidFill>
            <a:srgbClr val="EEF7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7260336" y="2679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MAGE-VL SPEAKS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7260336" y="2898648"/>
            <a:ext cx="6821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“An England player drives toward goal, closely pursued by an Argentina defender as the attack develops.”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Mage-VL StreamMind Codec Figure</dc:title>
  <dc:subject>Codec-native proactive streaming visualization</dc:subject>
  <dc:creator>Microsoft Mage Team</dc:creator>
  <cp:lastModifiedBy>Microsoft Mage Team</cp:lastModifiedBy>
  <cp:revision>1</cp:revision>
  <dcterms:created xsi:type="dcterms:W3CDTF">2026-07-22T15:56:14Z</dcterms:created>
  <dcterms:modified xsi:type="dcterms:W3CDTF">2026-07-22T15:56:14Z</dcterms:modified>
</cp:coreProperties>
</file>